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2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занятие №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Рефакторинг и статический анализ кода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216817"/>
            <a:ext cx="12192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Блок 1: Организационный и разминка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ru-RU" b="1" dirty="0"/>
              <a:t>1.1. Входной контроль</a:t>
            </a:r>
            <a:br>
              <a:rPr lang="ru-RU" dirty="0"/>
            </a:br>
            <a:r>
              <a:rPr lang="ru-RU" dirty="0"/>
              <a:t>Быстрый опрос по прошлой лекции:</a:t>
            </a:r>
          </a:p>
          <a:p>
            <a:r>
              <a:rPr lang="ru-RU" dirty="0"/>
              <a:t>Что такое технический долг? (Кредит в разработке, за который платим процентами)</a:t>
            </a:r>
          </a:p>
          <a:p>
            <a:r>
              <a:rPr lang="ru-RU" dirty="0"/>
              <a:t>Назовите 3 Code </a:t>
            </a:r>
            <a:r>
              <a:rPr lang="ru-RU" dirty="0" err="1"/>
              <a:t>Smells</a:t>
            </a:r>
            <a:r>
              <a:rPr lang="ru-RU" dirty="0"/>
              <a:t> (Дублирование, длинные методы, большие классы, магические числа...)</a:t>
            </a:r>
          </a:p>
          <a:p>
            <a:r>
              <a:rPr lang="ru-RU" dirty="0"/>
              <a:t>Что такое рефакторинг? (Изменение структуры без изменения поведения)</a:t>
            </a:r>
          </a:p>
          <a:p>
            <a:r>
              <a:rPr lang="ru-RU" dirty="0"/>
              <a:t>Какие метрики качества знаете? (Цикломатическая сложность, покрытие тестами, связность)</a:t>
            </a:r>
          </a:p>
          <a:p>
            <a:r>
              <a:rPr lang="ru-RU" dirty="0"/>
              <a:t>Зачем нужен </a:t>
            </a:r>
            <a:r>
              <a:rPr lang="ru-RU" dirty="0" err="1"/>
              <a:t>SonarQube</a:t>
            </a:r>
            <a:r>
              <a:rPr lang="ru-RU" dirty="0"/>
              <a:t>? (Автоматический анализ, поиск проблем, оценка долга)</a:t>
            </a:r>
          </a:p>
          <a:p>
            <a:endParaRPr lang="en-US" b="1" dirty="0"/>
          </a:p>
          <a:p>
            <a:r>
              <a:rPr lang="ru-RU" b="1" dirty="0"/>
              <a:t>1.2. Разделение на команды</a:t>
            </a:r>
            <a:br>
              <a:rPr lang="ru-RU" dirty="0"/>
            </a:br>
            <a:r>
              <a:rPr lang="ru-RU" dirty="0"/>
              <a:t>Студенты работают в тех же командах. Если группа новая — разделить на пары.</a:t>
            </a:r>
          </a:p>
          <a:p>
            <a:endParaRPr lang="en-US" b="1" dirty="0"/>
          </a:p>
          <a:p>
            <a:r>
              <a:rPr lang="ru-RU" b="1" dirty="0"/>
              <a:t>1.3. Постановка задачи</a:t>
            </a:r>
            <a:br>
              <a:rPr lang="ru-RU" dirty="0"/>
            </a:br>
            <a:r>
              <a:rPr lang="ru-RU" dirty="0"/>
              <a:t>"Сегодня мы будем лечить больной код. У нас есть фрагмент программы для интернет-магазина, который написан без соблюдения каких-либо принципов. Ваша задача — провести диагностику (найти все Code </a:t>
            </a:r>
            <a:r>
              <a:rPr lang="ru-RU" dirty="0" err="1"/>
              <a:t>Smells</a:t>
            </a:r>
            <a:r>
              <a:rPr lang="ru-RU" dirty="0"/>
              <a:t>), затем вылечить код (провести рефакторинг) и в конце измерить результат (сравнить метрики до и после). Работаем с реальными инструментами статического анализа."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A4465D-56FA-71F7-0A0D-38ECAE7AD797}"/>
              </a:ext>
            </a:extLst>
          </p:cNvPr>
          <p:cNvSpPr txBox="1"/>
          <p:nvPr/>
        </p:nvSpPr>
        <p:spPr>
          <a:xfrm>
            <a:off x="0" y="0"/>
            <a:ext cx="12192000" cy="39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2: Диагностика — Поиск Code </a:t>
            </a:r>
            <a:r>
              <a:rPr lang="ru-RU" sz="28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Smells</a:t>
            </a:r>
            <a:endParaRPr lang="ru-RU" sz="2800" b="1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8B08E-3815-8DBD-2A22-4A6B6F313C60}"/>
              </a:ext>
            </a:extLst>
          </p:cNvPr>
          <p:cNvSpPr txBox="1"/>
          <p:nvPr/>
        </p:nvSpPr>
        <p:spPr>
          <a:xfrm>
            <a:off x="0" y="397673"/>
            <a:ext cx="12192000" cy="647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2.1. Раздача кода</a:t>
            </a:r>
            <a:r>
              <a:rPr lang="en-US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code01.java</a:t>
            </a:r>
          </a:p>
          <a:p>
            <a:pPr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2.2. Задание для команд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2.2.1.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Запустите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SonarLint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(или другой линтер) в вашей IDE.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2.2.2.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Изучите все предупреждения, которые выдаёт инструмент.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2.2.3.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 найдите Code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Smells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линтер мог пропустить.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2.2.4.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Составьте список проблем в коде.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Обсуждение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Какие проблемы нашли?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Удивили ли результаты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SonarLint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2.3.3.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кажется самым критичным?</a:t>
            </a:r>
          </a:p>
        </p:txBody>
      </p:sp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B1F85-E3EA-34F8-323E-59D8BFC7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53F08E9-2ABC-4D06-7C31-BA9CDFF5A1D0}"/>
              </a:ext>
            </a:extLst>
          </p:cNvPr>
          <p:cNvSpPr txBox="1"/>
          <p:nvPr/>
        </p:nvSpPr>
        <p:spPr>
          <a:xfrm>
            <a:off x="1572" y="0"/>
            <a:ext cx="12190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 3: Проектирование новой архитектуры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686A2-97BB-DE53-FE80-E3795F59FB5D}"/>
              </a:ext>
            </a:extLst>
          </p:cNvPr>
          <p:cNvSpPr txBox="1"/>
          <p:nvPr/>
        </p:nvSpPr>
        <p:spPr>
          <a:xfrm>
            <a:off x="0" y="510435"/>
            <a:ext cx="1219042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3.1. Задание (10 минут)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Прежде чем писать код, нужно спроектировать новую структуру. Команды должны: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Разделить класс Shop на несколько классов по ответственности (SRP).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Определить, какие классы нужны.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Нарисовать схему взаимодействия.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Решить, какие паттерны применить.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3.2. Наводящие вопросы: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Какие сущности есть в системе?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отвечает за расчёт скидок?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отвечает за уведомления?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отвечает за сохранение в БД?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отвечает за отчёты?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Привести предполагаемую архитектуру.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3.4. Обсуждение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Какие классы выделили?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распределили ответственность?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Какие паттерны решили применить?</a:t>
            </a:r>
          </a:p>
        </p:txBody>
      </p:sp>
    </p:spTree>
    <p:extLst>
      <p:ext uri="{BB962C8B-B14F-4D97-AF65-F5344CB8AC3E}">
        <p14:creationId xmlns:p14="http://schemas.microsoft.com/office/powerpoint/2010/main" val="4913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21FC0-0808-5250-58F3-14FD1B550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60715C-A7BE-5670-10C0-193D609EDA5E}"/>
              </a:ext>
            </a:extLst>
          </p:cNvPr>
          <p:cNvSpPr txBox="1"/>
          <p:nvPr/>
        </p:nvSpPr>
        <p:spPr>
          <a:xfrm>
            <a:off x="0" y="0"/>
            <a:ext cx="12192000" cy="6127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4: Рефакторинг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4.1. Задание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 приступают к рефакторингу. Нужно: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новую структуру классов.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Перенести логику из Shop в соответствующие классы.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Применить паттерны где уместно: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для скидок и промокодов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для уведомлений (опционально)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Factory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для создания уведомлений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Убрать все магические числа.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Дать осмысленные имена переменным и методам.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Разбить длинные методы на короткие.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Убрать дублирование.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4247493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AC92-6543-87B0-24D5-531C7989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147A78-5DAB-844A-DC98-2C118D04F08B}"/>
              </a:ext>
            </a:extLst>
          </p:cNvPr>
          <p:cNvSpPr txBox="1"/>
          <p:nvPr/>
        </p:nvSpPr>
        <p:spPr>
          <a:xfrm>
            <a:off x="0" y="0"/>
            <a:ext cx="12192000" cy="569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Блок 5: Презентация результатов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5.1. Демонстрация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2-3 команды показывают свои результаты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Демонстрируют "до" и "после"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Объясняют ключевые изменения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Показывают метрики (если успели посчитать)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5.2. Обсуждение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изменилось в структуре?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Сколько времени занял рефакторинг?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Стало ли легче понимать код?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Какие паттерны реально пригодились?</a:t>
            </a:r>
          </a:p>
        </p:txBody>
      </p:sp>
    </p:spTree>
    <p:extLst>
      <p:ext uri="{BB962C8B-B14F-4D97-AF65-F5344CB8AC3E}">
        <p14:creationId xmlns:p14="http://schemas.microsoft.com/office/powerpoint/2010/main" val="719100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72A2-B3FC-AD41-B2A3-667936EF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A5FBD8-E6B4-81B2-3925-A3422D20369B}"/>
              </a:ext>
            </a:extLst>
          </p:cNvPr>
          <p:cNvSpPr txBox="1"/>
          <p:nvPr/>
        </p:nvSpPr>
        <p:spPr>
          <a:xfrm>
            <a:off x="0" y="0"/>
            <a:ext cx="12192000" cy="3536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6: Ретроспектива (5 минут)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6.1. Ключевые выводы: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анализа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SonarLint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сильно помогают найти проблемы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Рефакторинг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требует времени, но окупается в долгосрочной перспективе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ответственности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(SRP) — главный инструмент борьбы с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Паттерны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(Strategy) помогают убрать длинные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Имена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имеют значение — код должен быть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самодокументируемым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54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3AE6-DB2D-CF0D-B1D8-2D2EFA2E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C7218D4-09D8-5AB1-83EE-B2B8AD5F04E1}"/>
              </a:ext>
            </a:extLst>
          </p:cNvPr>
          <p:cNvSpPr txBox="1"/>
          <p:nvPr/>
        </p:nvSpPr>
        <p:spPr>
          <a:xfrm>
            <a:off x="1572" y="0"/>
            <a:ext cx="121904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Домашнее задание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Возьмите любой свой старый проект (или часть проекта) и проведите полный рефакторинг: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SonarLint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запишите все проблемы (скриншот)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Составьте план рефакторинга (какие классы выделить, какие паттерны применить)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Выполните рефакторинг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Снова запустите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SonarLint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сравните результаты (скриншот)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отчёт: что изменилось, сколько времени заняло, какие были сложности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Рассчитайте цикломатическую сложность самого длинного метода в вашем коде "до" и "после". Используйте любой онлайн-калькулятор или плагин. На сколько удалось снизить?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Исследуйте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(любой популярный). Найдите в нём 5 Code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Smells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(используйте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SonarLint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просто анализ кода). Создайте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этом проекте с предложением исправления или отправьте Pull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исправлением одного из них.</a:t>
            </a:r>
          </a:p>
        </p:txBody>
      </p:sp>
    </p:spTree>
    <p:extLst>
      <p:ext uri="{BB962C8B-B14F-4D97-AF65-F5344CB8AC3E}">
        <p14:creationId xmlns:p14="http://schemas.microsoft.com/office/powerpoint/2010/main" val="3610934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6095</TotalTime>
  <Words>730</Words>
  <Application>Microsoft Office PowerPoint</Application>
  <PresentationFormat>Широкоэкранный</PresentationFormat>
  <Paragraphs>84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25</cp:revision>
  <dcterms:created xsi:type="dcterms:W3CDTF">2025-09-19T18:20:34Z</dcterms:created>
  <dcterms:modified xsi:type="dcterms:W3CDTF">2026-03-13T17:58:28Z</dcterms:modified>
</cp:coreProperties>
</file>
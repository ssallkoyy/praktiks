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78" y="876"/>
      </p:cViewPr>
      <p:guideLst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07.03.2026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xmlns="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xmlns="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занятие №2: Применение SOLID и GRASP на практике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B05BA81-1097-457A-493F-2E5B52C3C659}"/>
              </a:ext>
            </a:extLst>
          </p:cNvPr>
          <p:cNvSpPr txBox="1"/>
          <p:nvPr/>
        </p:nvSpPr>
        <p:spPr>
          <a:xfrm>
            <a:off x="0" y="216817"/>
            <a:ext cx="121920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AutoNum type="arabicPeriod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Диагностика "Больного кода"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example0.java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нарушений</a:t>
            </a: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перевести проблемный код на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Проектирование новой архитектуры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а)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хема</a:t>
            </a:r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новой архитектуры в виде файла (формат любой).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Нужно ответить на вопросы GRASP:</a:t>
            </a:r>
          </a:p>
          <a:p>
            <a:pPr lvl="3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Кто должен отвечать за валидацию? (Information Expert: сам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отдельный валидатор?)</a:t>
            </a:r>
          </a:p>
          <a:p>
            <a:pPr lvl="3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Кто должен считать скидку? (Можно вынести в отдельную стратегию — OCP)</a:t>
            </a:r>
          </a:p>
          <a:p>
            <a:pPr lvl="3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Кто должен сохранять? (Репозиторий)</a:t>
            </a:r>
          </a:p>
          <a:p>
            <a:pPr lvl="3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Кто должен отправлять уведомления? (Сервис уведомлений)</a:t>
            </a:r>
          </a:p>
          <a:p>
            <a:pPr lvl="3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Кто должен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логировать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(Логгер)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в) формализация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интерфейсов /есть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есть методы данные ( сколько их коли тип методы) 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г) презентация решений</a:t>
            </a:r>
          </a:p>
          <a:p>
            <a:pPr marL="0" lvl="3"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Рефакторинг</a:t>
            </a:r>
          </a:p>
          <a:p>
            <a:pPr lvl="0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Реализация.</a:t>
            </a:r>
          </a:p>
          <a:p>
            <a:pPr lvl="0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б) Презентация с ключевыми пояснениями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BEA589-B760-70EA-46E7-F404A9AD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6BA04A1-4B40-A9B2-A3DA-347A6D143896}"/>
              </a:ext>
            </a:extLst>
          </p:cNvPr>
          <p:cNvSpPr txBox="1"/>
          <p:nvPr/>
        </p:nvSpPr>
        <p:spPr>
          <a:xfrm>
            <a:off x="1572" y="0"/>
            <a:ext cx="121904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Возьмите один из классов вашего проекта (из прошлой практики) и примените к нему принцип SRP. Напишите, на сколько классов вы его разделили и почему.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Предложите архитектуру для системы уведомлений, которая может отправлять:</a:t>
            </a:r>
          </a:p>
          <a:p>
            <a:pPr lvl="0"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</a:t>
            </a:r>
          </a:p>
          <a:p>
            <a:pPr lvl="0"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-уведомления в мобильное приложение</a:t>
            </a:r>
          </a:p>
          <a:p>
            <a:pPr lvl="0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Telegram-сообщения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Используйте принципы OCP и DIP. Нарисуйте схему классов и интерфейсов.</a:t>
            </a: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сдачи: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Текстовый файл или PDF со схемой и объяснениями.</a:t>
            </a:r>
          </a:p>
          <a:p>
            <a:pPr lvl="0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любом языке программирования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53207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6050</TotalTime>
  <Words>44</Words>
  <Application>Microsoft Office PowerPoint</Application>
  <PresentationFormat>Широкоэкранный</PresentationFormat>
  <Paragraphs>33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Арсентий Абдалов</dc:creator>
  <cp:lastModifiedBy>user</cp:lastModifiedBy>
  <cp:revision>21</cp:revision>
  <dcterms:created xsi:type="dcterms:W3CDTF">2025-09-19T18:20:34Z</dcterms:created>
  <dcterms:modified xsi:type="dcterms:W3CDTF">2026-03-07T06:53:12Z</dcterms:modified>
</cp:coreProperties>
</file>
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32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Применение порождающих и структурных паттернов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Станция 1 —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task01.java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Проанализируйте код. В чем проблема? (Создается много подключений к БД)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Какой паттерн здесь применим?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нужно одно подключение на всё приложение)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Перепишите класс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DatabaseConnection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используя паттерн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потокобезопасный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вариант).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Модифицируйте клиентский код.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Станция 2 — Factory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task02.java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чем проблема этого кода? (Нарушение OCP — при добавлении нового типа нужно менять существующий код)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Какой паттерн здесь применим? (Factory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интерфейс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 реализации для каждого типа.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абстрактный класс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NotificationFactory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 фабричным методом.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Станция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Builder: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task03.java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чем проблема этого кода? (Телескопический конструктор, сложно читать)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Какой паттерн здесь применим?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Перепишите класс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HttpRequest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 использованием паттерна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Обеспечьте обязательные и опциональные параметры.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Станция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task04.java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сделать так, чтобы старая XML-библиотека работала с клиентом, ожидающим JSON?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Какой паттерн применим?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адаптер, который оборачивает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XmlLibrary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 реализует интерфейс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JsonProcessor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6BA04A1-4B40-A9B2-A3DA-347A6D143896}"/>
              </a:ext>
            </a:extLst>
          </p:cNvPr>
          <p:cNvSpPr txBox="1"/>
          <p:nvPr/>
        </p:nvSpPr>
        <p:spPr>
          <a:xfrm>
            <a:off x="1572" y="0"/>
            <a:ext cx="12190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результатов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команда выбирает одну задачу (из четырех) и показывает своё решение.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Объясняют, почему применили именно этот паттерн.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Отвечают на вопросы других студентов.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Общее обсуждение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Какая задача была самой сложной?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Какой паттерн показался самым полезным?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в реальных проектах студенты уже видели эти паттерны?</a:t>
            </a: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3AE6-DB2D-CF0D-B1D8-2D2EFA2E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C7218D4-09D8-5AB1-83EE-B2B8AD5F04E1}"/>
              </a:ext>
            </a:extLst>
          </p:cNvPr>
          <p:cNvSpPr txBox="1"/>
          <p:nvPr/>
        </p:nvSpPr>
        <p:spPr>
          <a:xfrm>
            <a:off x="1572" y="0"/>
            <a:ext cx="1219042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№1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Примените паттерн 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Facade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 коду, приведенному в файле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home1.json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класс 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OrderFacade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скрывает сложность взаимодействия с этими системами.</a:t>
            </a: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метод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placeOrder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 quantity, double amount, String address),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наличие товара</a:t>
            </a:r>
          </a:p>
          <a:p>
            <a:pPr lvl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Резервирует товар</a:t>
            </a:r>
          </a:p>
          <a:p>
            <a:pPr lvl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Обрабатывает платеж</a:t>
            </a:r>
          </a:p>
          <a:p>
            <a:pPr lvl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 доставку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метод 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cancelOrder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который отменяет заказ.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№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Исследуйте стандартную библиотеку Java (или другого языка) и найдите примеры использования паттернов:</a:t>
            </a: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используется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Singleton? (Runtime, Desktop)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используется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Builder? (StringBuilder,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Stream.Builder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используется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Adapter?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InputStreamReader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адаптирует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Reader)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краткий отчет (3-5 примеров).</a:t>
            </a:r>
          </a:p>
        </p:txBody>
      </p:sp>
    </p:spTree>
    <p:extLst>
      <p:ext uri="{BB962C8B-B14F-4D97-AF65-F5344CB8AC3E}">
        <p14:creationId xmlns:p14="http://schemas.microsoft.com/office/powerpoint/2010/main" val="361093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6037</TotalTime>
  <Words>412</Words>
  <Application>Microsoft Office PowerPoint</Application>
  <PresentationFormat>Широкоэкранный</PresentationFormat>
  <Paragraphs>49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23</cp:revision>
  <dcterms:created xsi:type="dcterms:W3CDTF">2025-09-19T18:20:34Z</dcterms:created>
  <dcterms:modified xsi:type="dcterms:W3CDTF">2026-02-27T20:24:27Z</dcterms:modified>
</cp:coreProperties>
</file>